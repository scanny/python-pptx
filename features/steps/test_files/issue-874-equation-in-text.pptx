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74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988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8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920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3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439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24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018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04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91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29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A79C4-6FF4-4FE1-8F8D-3462C93135B2}" type="datetimeFigureOut">
              <a:rPr lang="en-IN" smtClean="0"/>
              <a:t>16-02-2023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45E07-62BB-491A-AD9B-C4B5F0D13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15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BEB6072-E209-4E94-8545-03CD573F8B96}"/>
              </a:ext>
            </a:extLst>
          </p:cNvPr>
          <p:cNvSpPr>
            <a:spLocks/>
          </p:cNvSpPr>
          <p:nvPr/>
        </p:nvSpPr>
        <p:spPr>
          <a:xfrm>
            <a:off x="2133600" y="878357"/>
            <a:ext cx="4266019" cy="22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+mj-lt"/>
            </a:endParaRPr>
          </a:p>
        </p:txBody>
      </p:sp>
      <p:sp>
        <p:nvSpPr>
          <p:cNvPr id="5" name="Rectangle: Top Corners Rounded 13">
            <a:extLst>
              <a:ext uri="{FF2B5EF4-FFF2-40B4-BE49-F238E27FC236}">
                <a16:creationId xmlns="" xmlns:a16="http://schemas.microsoft.com/office/drawing/2014/main" id="{5F0D6CE0-F248-46EF-AF01-F212E89F40BB}"/>
              </a:ext>
            </a:extLst>
          </p:cNvPr>
          <p:cNvSpPr>
            <a:spLocks/>
          </p:cNvSpPr>
          <p:nvPr/>
        </p:nvSpPr>
        <p:spPr>
          <a:xfrm>
            <a:off x="2133600" y="748043"/>
            <a:ext cx="4266019" cy="4320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72009" tIns="72009" rIns="72009" bIns="72009" anchor="ctr" anchorCtr="0"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shape1</a:t>
            </a:r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id="{6FD7B395-8113-4FE0-8EC4-11B57C6D73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175629" y="1203894"/>
                <a:ext cx="4181961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171450" indent="-171450" algn="just" fontAlgn="b">
                  <a:buFont typeface="Arial" pitchFamily="34" charset="0"/>
                  <a:buChar char="•"/>
                  <a:defRPr/>
                </a:pPr>
                <a:r>
                  <a:rPr lang="en-US" sz="1200" dirty="0" smtClean="0">
                    <a:solidFill>
                      <a:srgbClr val="000000"/>
                    </a:solidFill>
                    <a:cs typeface="Arial" pitchFamily="34" charset="0"/>
                  </a:rPr>
                  <a:t>Test 500-7,000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srgbClr val="000000"/>
                            </a:solidFill>
                            <a:latin typeface="Cambria Math"/>
                          </a:rPr>
                          <m:t>m</m:t>
                        </m:r>
                      </m:e>
                      <m:sup>
                        <m:r>
                          <a:rPr lang="en-US" sz="120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1200" b="0" i="0" smtClean="0">
                        <a:solidFill>
                          <a:srgbClr val="00000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000000"/>
                        </a:solidFill>
                        <a:latin typeface="Cambria Math"/>
                      </a:rPr>
                      <m:t>per</m:t>
                    </m:r>
                    <m:r>
                      <a:rPr lang="en-US" sz="1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200" b="0" i="0" smtClean="0">
                        <a:solidFill>
                          <a:srgbClr val="000000"/>
                        </a:solidFill>
                        <a:latin typeface="Cambria Math"/>
                      </a:rPr>
                      <m:t>day</m:t>
                    </m:r>
                    <m:r>
                      <a:rPr lang="en-US" sz="1200" b="0" i="0" smtClea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</m:oMath>
                </a14:m>
                <a:endParaRPr lang="en-US" sz="1200" b="0" dirty="0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FD7B395-8113-4FE0-8EC4-11B57C6D7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629" y="1203894"/>
                <a:ext cx="4181961" cy="184666"/>
              </a:xfrm>
              <a:prstGeom prst="rect">
                <a:avLst/>
              </a:prstGeom>
              <a:blipFill rotWithShape="1">
                <a:blip r:embed="rId2"/>
                <a:stretch>
                  <a:fillRect l="-2187" t="-19355" b="-51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ABEB6072-E209-4E94-8545-03CD573F8B96}"/>
              </a:ext>
            </a:extLst>
          </p:cNvPr>
          <p:cNvSpPr>
            <a:spLocks/>
          </p:cNvSpPr>
          <p:nvPr/>
        </p:nvSpPr>
        <p:spPr>
          <a:xfrm>
            <a:off x="2217658" y="3598063"/>
            <a:ext cx="4266019" cy="22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+mj-lt"/>
            </a:endParaRPr>
          </a:p>
        </p:txBody>
      </p:sp>
      <p:sp>
        <p:nvSpPr>
          <p:cNvPr id="8" name="Rectangle: Top Corners Rounded 13">
            <a:extLst>
              <a:ext uri="{FF2B5EF4-FFF2-40B4-BE49-F238E27FC236}">
                <a16:creationId xmlns="" xmlns:a16="http://schemas.microsoft.com/office/drawing/2014/main" id="{5F0D6CE0-F248-46EF-AF01-F212E89F40BB}"/>
              </a:ext>
            </a:extLst>
          </p:cNvPr>
          <p:cNvSpPr>
            <a:spLocks/>
          </p:cNvSpPr>
          <p:nvPr/>
        </p:nvSpPr>
        <p:spPr>
          <a:xfrm>
            <a:off x="2175629" y="3477871"/>
            <a:ext cx="4266019" cy="432000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72009" tIns="72009" rIns="72009" bIns="72009" anchor="ctr" anchorCtr="0">
            <a:noAutofit/>
          </a:bodyPr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Shape2</a:t>
            </a:r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6FD7B395-8113-4FE0-8EC4-11B57C6D73A6}"/>
              </a:ext>
            </a:extLst>
          </p:cNvPr>
          <p:cNvSpPr>
            <a:spLocks/>
          </p:cNvSpPr>
          <p:nvPr/>
        </p:nvSpPr>
        <p:spPr>
          <a:xfrm>
            <a:off x="2217658" y="3933722"/>
            <a:ext cx="418196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just" fontAlgn="b">
              <a:buFont typeface="Arial" pitchFamily="34" charset="0"/>
              <a:buChar char="•"/>
              <a:defRPr/>
            </a:pPr>
            <a:r>
              <a:rPr lang="en-US" sz="1200" dirty="0" smtClean="0">
                <a:solidFill>
                  <a:srgbClr val="000000"/>
                </a:solidFill>
                <a:cs typeface="Arial" pitchFamily="34" charset="0"/>
              </a:rPr>
              <a:t>Test 500-7,000</a:t>
            </a:r>
            <a:endParaRPr lang="en-US" sz="1200" b="0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40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tdopns@gmail.com</dc:creator>
  <cp:lastModifiedBy>tdopns@gmail.com</cp:lastModifiedBy>
  <cp:revision>1</cp:revision>
  <dcterms:created xsi:type="dcterms:W3CDTF">2023-02-16T04:18:30Z</dcterms:created>
  <dcterms:modified xsi:type="dcterms:W3CDTF">2023-02-16T04:19:53Z</dcterms:modified>
</cp:coreProperties>
</file>