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-112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8725" y="3244334"/>
            <a:ext cx="3743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Italic = True</a:t>
            </a:r>
            <a:r>
              <a:rPr lang="en-US" i="0" dirty="0" smtClean="0"/>
              <a:t> Italic = False</a:t>
            </a:r>
            <a:r>
              <a:rPr lang="en-US" dirty="0" smtClean="0"/>
              <a:t> Italic = None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45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803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default textbox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177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dirty="0" smtClean="0"/>
              <a:t>42pt text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150464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21302" y="1437501"/>
            <a:ext cx="918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Bold on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114183" y="324433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/>
              <a:t>Bold off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82712" y="5051167"/>
            <a:ext cx="197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Bold None (inherit)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52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2850" y="2690336"/>
            <a:ext cx="18183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 smtClean="0"/>
              <a:t>Underline on</a:t>
            </a:r>
            <a:br>
              <a:rPr lang="en-US" u="sng" dirty="0" smtClean="0"/>
            </a:br>
            <a:r>
              <a:rPr lang="en-US" u="none" dirty="0" smtClean="0"/>
              <a:t>Underline off</a:t>
            </a:r>
            <a:br>
              <a:rPr lang="en-US" dirty="0" smtClean="0"/>
            </a:br>
            <a:r>
              <a:rPr lang="en-US" dirty="0" smtClean="0"/>
              <a:t>Underline inherit</a:t>
            </a:r>
            <a:br>
              <a:rPr lang="en-US" dirty="0" smtClean="0"/>
            </a:br>
            <a:r>
              <a:rPr lang="en-US" u="dbl" dirty="0" smtClean="0"/>
              <a:t>Underline double</a:t>
            </a:r>
            <a:br>
              <a:rPr lang="en-US" u="dbl" dirty="0" smtClean="0"/>
            </a:br>
            <a:r>
              <a:rPr lang="en-US" u="wavy" dirty="0" smtClean="0"/>
              <a:t>Underline wavy</a:t>
            </a:r>
            <a:endParaRPr lang="en-US" u="wavy" dirty="0"/>
          </a:p>
        </p:txBody>
      </p:sp>
    </p:spTree>
    <p:extLst>
      <p:ext uri="{BB962C8B-B14F-4D97-AF65-F5344CB8AC3E}">
        <p14:creationId xmlns:p14="http://schemas.microsoft.com/office/powerpoint/2010/main" val="532203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2093" y="1437501"/>
            <a:ext cx="3239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smtClean="0"/>
              <a:t>Shape 0 – no explicit language id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13453" y="3244334"/>
            <a:ext cx="391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Shape 1 – MSO_LANGUAGE_ID.FRENCH</a:t>
            </a:r>
            <a:endParaRPr lang="fr-FR" dirty="0"/>
          </a:p>
        </p:txBody>
      </p:sp>
      <p:sp>
        <p:nvSpPr>
          <p:cNvPr id="4" name="TextBox 3"/>
          <p:cNvSpPr txBox="1"/>
          <p:nvPr/>
        </p:nvSpPr>
        <p:spPr>
          <a:xfrm>
            <a:off x="2654874" y="5051167"/>
            <a:ext cx="3834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 smtClean="0"/>
              <a:t>Shape 2 – MSO_LANGUAGE_ID.POLISH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95938300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trike="sngStrike"/>
              <a:t>Strikethrough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trike="noStrike"/>
              <a:t>Strikethrough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/>
              <a:t>Strikethrough to inherit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trike="dblStrike"/>
              <a:t>Strikethrough to DOUBLE_LINE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40</Words>
  <Application>Microsoft Macintosh PowerPoint</Application>
  <PresentationFormat>On-screen Show (4:3)</PresentationFormat>
  <Paragraphs>10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python-pptx</dc:creator>
  <cp:keywords/>
  <dc:description/>
  <cp:lastModifiedBy>Steve Canny</cp:lastModifiedBy>
  <cp:revision>15</cp:revision>
  <dcterms:created xsi:type="dcterms:W3CDTF">2012-11-17T11:07:40Z</dcterms:created>
  <dcterms:modified xsi:type="dcterms:W3CDTF">2016-06-18T21:28:49Z</dcterms:modified>
  <cp:category/>
</cp:coreProperties>
</file>