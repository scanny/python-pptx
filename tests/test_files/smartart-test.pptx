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7D3618-DC62-4B24-BF32-64F975698B3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3FDF76C9-447B-4B7B-9C4D-A78AE74A99C0}">
      <dgm:prSet phldrT="[Text]"/>
      <dgm:spPr/>
      <dgm:t>
        <a:bodyPr/>
        <a:lstStyle/>
        <a:p>
          <a:r>
            <a:rPr lang="en-IE" dirty="0"/>
            <a:t>test</a:t>
          </a:r>
        </a:p>
      </dgm:t>
    </dgm:pt>
    <dgm:pt modelId="{034F0AD3-A10C-4C2B-AAA9-58F4F8389FE2}" type="parTrans" cxnId="{8141B88A-BBEF-49D6-9799-9AA95C7A4F66}">
      <dgm:prSet/>
      <dgm:spPr/>
      <dgm:t>
        <a:bodyPr/>
        <a:lstStyle/>
        <a:p>
          <a:endParaRPr lang="en-IE"/>
        </a:p>
      </dgm:t>
    </dgm:pt>
    <dgm:pt modelId="{0AA1DD90-75E9-4C23-BCCA-B6B6BA473931}" type="sibTrans" cxnId="{8141B88A-BBEF-49D6-9799-9AA95C7A4F66}">
      <dgm:prSet/>
      <dgm:spPr/>
      <dgm:t>
        <a:bodyPr/>
        <a:lstStyle/>
        <a:p>
          <a:endParaRPr lang="en-IE"/>
        </a:p>
      </dgm:t>
    </dgm:pt>
    <dgm:pt modelId="{F495BAE3-71C7-4675-8163-EEB0C838CC38}">
      <dgm:prSet phldrT="[Text]"/>
      <dgm:spPr/>
      <dgm:t>
        <a:bodyPr/>
        <a:lstStyle/>
        <a:p>
          <a:r>
            <a:rPr lang="en-IE" dirty="0"/>
            <a:t>test</a:t>
          </a:r>
        </a:p>
      </dgm:t>
    </dgm:pt>
    <dgm:pt modelId="{DF3E7C7F-AF23-460C-B68E-FC8A7F88EC96}" type="parTrans" cxnId="{250AA3D8-AC2C-43D3-80E9-E569CC66DDD3}">
      <dgm:prSet/>
      <dgm:spPr/>
      <dgm:t>
        <a:bodyPr/>
        <a:lstStyle/>
        <a:p>
          <a:endParaRPr lang="en-IE"/>
        </a:p>
      </dgm:t>
    </dgm:pt>
    <dgm:pt modelId="{7E53B323-36C5-4E86-909B-6DBC3A7B3218}" type="sibTrans" cxnId="{250AA3D8-AC2C-43D3-80E9-E569CC66DDD3}">
      <dgm:prSet/>
      <dgm:spPr/>
      <dgm:t>
        <a:bodyPr/>
        <a:lstStyle/>
        <a:p>
          <a:endParaRPr lang="en-IE"/>
        </a:p>
      </dgm:t>
    </dgm:pt>
    <dgm:pt modelId="{1D9732FE-DF51-4A95-BEA2-DE15B6FEE480}">
      <dgm:prSet phldrT="[Text]"/>
      <dgm:spPr/>
      <dgm:t>
        <a:bodyPr/>
        <a:lstStyle/>
        <a:p>
          <a:r>
            <a:rPr lang="en-IE" dirty="0"/>
            <a:t>test</a:t>
          </a:r>
        </a:p>
      </dgm:t>
    </dgm:pt>
    <dgm:pt modelId="{25BE3026-6763-4B36-9FC7-DDAC49763509}" type="parTrans" cxnId="{ED9E2290-A8F6-4F38-9710-339E89845F21}">
      <dgm:prSet/>
      <dgm:spPr/>
      <dgm:t>
        <a:bodyPr/>
        <a:lstStyle/>
        <a:p>
          <a:endParaRPr lang="en-IE"/>
        </a:p>
      </dgm:t>
    </dgm:pt>
    <dgm:pt modelId="{E54BA432-3495-4C2A-A69F-4E949B7730A8}" type="sibTrans" cxnId="{ED9E2290-A8F6-4F38-9710-339E89845F21}">
      <dgm:prSet/>
      <dgm:spPr/>
      <dgm:t>
        <a:bodyPr/>
        <a:lstStyle/>
        <a:p>
          <a:endParaRPr lang="en-IE"/>
        </a:p>
      </dgm:t>
    </dgm:pt>
    <dgm:pt modelId="{CBB44597-8915-403D-918E-9E8315A78327}">
      <dgm:prSet phldrT="[Text]"/>
      <dgm:spPr/>
      <dgm:t>
        <a:bodyPr/>
        <a:lstStyle/>
        <a:p>
          <a:r>
            <a:rPr lang="en-IE" dirty="0"/>
            <a:t>test</a:t>
          </a:r>
        </a:p>
      </dgm:t>
    </dgm:pt>
    <dgm:pt modelId="{0C34863B-9DE5-4774-B6CB-4F079BC32DDD}" type="parTrans" cxnId="{81748476-2853-4006-9678-15152CB18DC8}">
      <dgm:prSet/>
      <dgm:spPr/>
      <dgm:t>
        <a:bodyPr/>
        <a:lstStyle/>
        <a:p>
          <a:endParaRPr lang="en-IE"/>
        </a:p>
      </dgm:t>
    </dgm:pt>
    <dgm:pt modelId="{BF1DFB9E-3C3A-4539-9AFA-1522B5FF60CE}" type="sibTrans" cxnId="{81748476-2853-4006-9678-15152CB18DC8}">
      <dgm:prSet/>
      <dgm:spPr/>
      <dgm:t>
        <a:bodyPr/>
        <a:lstStyle/>
        <a:p>
          <a:endParaRPr lang="en-IE"/>
        </a:p>
      </dgm:t>
    </dgm:pt>
    <dgm:pt modelId="{2E2EF06B-53C7-4317-B45D-4EE7E8902C47}" type="pres">
      <dgm:prSet presAssocID="{D47D3618-DC62-4B24-BF32-64F975698B33}" presName="linear" presStyleCnt="0">
        <dgm:presLayoutVars>
          <dgm:animLvl val="lvl"/>
          <dgm:resizeHandles val="exact"/>
        </dgm:presLayoutVars>
      </dgm:prSet>
      <dgm:spPr/>
    </dgm:pt>
    <dgm:pt modelId="{A793ACD7-8275-4FD7-940F-64DC0FC4D53D}" type="pres">
      <dgm:prSet presAssocID="{3FDF76C9-447B-4B7B-9C4D-A78AE74A99C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F893E13-1CD0-4E6A-AE79-D4E9EE26FBF1}" type="pres">
      <dgm:prSet presAssocID="{3FDF76C9-447B-4B7B-9C4D-A78AE74A99C0}" presName="childText" presStyleLbl="revTx" presStyleIdx="0" presStyleCnt="2">
        <dgm:presLayoutVars>
          <dgm:bulletEnabled val="1"/>
        </dgm:presLayoutVars>
      </dgm:prSet>
      <dgm:spPr/>
    </dgm:pt>
    <dgm:pt modelId="{511D46C8-DC69-474F-A543-398BCF6DBE58}" type="pres">
      <dgm:prSet presAssocID="{1D9732FE-DF51-4A95-BEA2-DE15B6FEE48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D9C5E52-F71D-4AA2-AFAD-294CE2AD162D}" type="pres">
      <dgm:prSet presAssocID="{1D9732FE-DF51-4A95-BEA2-DE15B6FEE48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EB4FF3E-2322-439D-A454-1BCC6DBD3CC5}" type="presOf" srcId="{3FDF76C9-447B-4B7B-9C4D-A78AE74A99C0}" destId="{A793ACD7-8275-4FD7-940F-64DC0FC4D53D}" srcOrd="0" destOrd="0" presId="urn:microsoft.com/office/officeart/2005/8/layout/vList2"/>
    <dgm:cxn modelId="{AA84A15D-4590-49B5-BAA2-86A667B1D63E}" type="presOf" srcId="{CBB44597-8915-403D-918E-9E8315A78327}" destId="{ED9C5E52-F71D-4AA2-AFAD-294CE2AD162D}" srcOrd="0" destOrd="0" presId="urn:microsoft.com/office/officeart/2005/8/layout/vList2"/>
    <dgm:cxn modelId="{81748476-2853-4006-9678-15152CB18DC8}" srcId="{1D9732FE-DF51-4A95-BEA2-DE15B6FEE480}" destId="{CBB44597-8915-403D-918E-9E8315A78327}" srcOrd="0" destOrd="0" parTransId="{0C34863B-9DE5-4774-B6CB-4F079BC32DDD}" sibTransId="{BF1DFB9E-3C3A-4539-9AFA-1522B5FF60CE}"/>
    <dgm:cxn modelId="{013B3458-1245-4232-A06E-E02CAB07C2C9}" type="presOf" srcId="{1D9732FE-DF51-4A95-BEA2-DE15B6FEE480}" destId="{511D46C8-DC69-474F-A543-398BCF6DBE58}" srcOrd="0" destOrd="0" presId="urn:microsoft.com/office/officeart/2005/8/layout/vList2"/>
    <dgm:cxn modelId="{8141B88A-BBEF-49D6-9799-9AA95C7A4F66}" srcId="{D47D3618-DC62-4B24-BF32-64F975698B33}" destId="{3FDF76C9-447B-4B7B-9C4D-A78AE74A99C0}" srcOrd="0" destOrd="0" parTransId="{034F0AD3-A10C-4C2B-AAA9-58F4F8389FE2}" sibTransId="{0AA1DD90-75E9-4C23-BCCA-B6B6BA473931}"/>
    <dgm:cxn modelId="{ED9E2290-A8F6-4F38-9710-339E89845F21}" srcId="{D47D3618-DC62-4B24-BF32-64F975698B33}" destId="{1D9732FE-DF51-4A95-BEA2-DE15B6FEE480}" srcOrd="1" destOrd="0" parTransId="{25BE3026-6763-4B36-9FC7-DDAC49763509}" sibTransId="{E54BA432-3495-4C2A-A69F-4E949B7730A8}"/>
    <dgm:cxn modelId="{A5771DAF-991F-4526-81D7-A4E4A4D3A49F}" type="presOf" srcId="{F495BAE3-71C7-4675-8163-EEB0C838CC38}" destId="{5F893E13-1CD0-4E6A-AE79-D4E9EE26FBF1}" srcOrd="0" destOrd="0" presId="urn:microsoft.com/office/officeart/2005/8/layout/vList2"/>
    <dgm:cxn modelId="{250AA3D8-AC2C-43D3-80E9-E569CC66DDD3}" srcId="{3FDF76C9-447B-4B7B-9C4D-A78AE74A99C0}" destId="{F495BAE3-71C7-4675-8163-EEB0C838CC38}" srcOrd="0" destOrd="0" parTransId="{DF3E7C7F-AF23-460C-B68E-FC8A7F88EC96}" sibTransId="{7E53B323-36C5-4E86-909B-6DBC3A7B3218}"/>
    <dgm:cxn modelId="{5F332BF3-E662-4631-B557-CD4520CA9484}" type="presOf" srcId="{D47D3618-DC62-4B24-BF32-64F975698B33}" destId="{2E2EF06B-53C7-4317-B45D-4EE7E8902C47}" srcOrd="0" destOrd="0" presId="urn:microsoft.com/office/officeart/2005/8/layout/vList2"/>
    <dgm:cxn modelId="{C344034E-2C50-40B7-A450-000D2DABF284}" type="presParOf" srcId="{2E2EF06B-53C7-4317-B45D-4EE7E8902C47}" destId="{A793ACD7-8275-4FD7-940F-64DC0FC4D53D}" srcOrd="0" destOrd="0" presId="urn:microsoft.com/office/officeart/2005/8/layout/vList2"/>
    <dgm:cxn modelId="{378F3AF4-D8B3-4CEF-B2BF-5C44C023B4E9}" type="presParOf" srcId="{2E2EF06B-53C7-4317-B45D-4EE7E8902C47}" destId="{5F893E13-1CD0-4E6A-AE79-D4E9EE26FBF1}" srcOrd="1" destOrd="0" presId="urn:microsoft.com/office/officeart/2005/8/layout/vList2"/>
    <dgm:cxn modelId="{0B308E30-6E9E-450D-A912-B6B559C9570C}" type="presParOf" srcId="{2E2EF06B-53C7-4317-B45D-4EE7E8902C47}" destId="{511D46C8-DC69-474F-A543-398BCF6DBE58}" srcOrd="2" destOrd="0" presId="urn:microsoft.com/office/officeart/2005/8/layout/vList2"/>
    <dgm:cxn modelId="{C6B79E7F-DD48-49D5-8C6A-C4BA79F498CA}" type="presParOf" srcId="{2E2EF06B-53C7-4317-B45D-4EE7E8902C47}" destId="{ED9C5E52-F71D-4AA2-AFAD-294CE2AD162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93ACD7-8275-4FD7-940F-64DC0FC4D53D}">
      <dsp:nvSpPr>
        <dsp:cNvPr id="0" name=""/>
        <dsp:cNvSpPr/>
      </dsp:nvSpPr>
      <dsp:spPr>
        <a:xfrm>
          <a:off x="0" y="73908"/>
          <a:ext cx="8128000" cy="15590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6500" kern="1200" dirty="0"/>
            <a:t>test</a:t>
          </a:r>
        </a:p>
      </dsp:txBody>
      <dsp:txXfrm>
        <a:off x="76105" y="150013"/>
        <a:ext cx="7975790" cy="1406815"/>
      </dsp:txXfrm>
    </dsp:sp>
    <dsp:sp modelId="{5F893E13-1CD0-4E6A-AE79-D4E9EE26FBF1}">
      <dsp:nvSpPr>
        <dsp:cNvPr id="0" name=""/>
        <dsp:cNvSpPr/>
      </dsp:nvSpPr>
      <dsp:spPr>
        <a:xfrm>
          <a:off x="0" y="1632933"/>
          <a:ext cx="812800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82550" rIns="462280" bIns="825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E" sz="5100" kern="1200" dirty="0"/>
            <a:t>test</a:t>
          </a:r>
        </a:p>
      </dsp:txBody>
      <dsp:txXfrm>
        <a:off x="0" y="1632933"/>
        <a:ext cx="8128000" cy="1076400"/>
      </dsp:txXfrm>
    </dsp:sp>
    <dsp:sp modelId="{511D46C8-DC69-474F-A543-398BCF6DBE58}">
      <dsp:nvSpPr>
        <dsp:cNvPr id="0" name=""/>
        <dsp:cNvSpPr/>
      </dsp:nvSpPr>
      <dsp:spPr>
        <a:xfrm>
          <a:off x="0" y="2709333"/>
          <a:ext cx="8128000" cy="15590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6500" kern="1200" dirty="0"/>
            <a:t>test</a:t>
          </a:r>
        </a:p>
      </dsp:txBody>
      <dsp:txXfrm>
        <a:off x="76105" y="2785438"/>
        <a:ext cx="7975790" cy="1406815"/>
      </dsp:txXfrm>
    </dsp:sp>
    <dsp:sp modelId="{ED9C5E52-F71D-4AA2-AFAD-294CE2AD162D}">
      <dsp:nvSpPr>
        <dsp:cNvPr id="0" name=""/>
        <dsp:cNvSpPr/>
      </dsp:nvSpPr>
      <dsp:spPr>
        <a:xfrm>
          <a:off x="0" y="4268358"/>
          <a:ext cx="812800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82550" rIns="462280" bIns="825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E" sz="5100" kern="1200" dirty="0"/>
            <a:t>test</a:t>
          </a:r>
        </a:p>
      </dsp:txBody>
      <dsp:txXfrm>
        <a:off x="0" y="4268358"/>
        <a:ext cx="8128000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C9F59-BA5B-46D0-C20D-8210CFED2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CD546E-F07F-EB79-8FF7-CA9F155C0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BC8C3-1D1A-C26D-6B90-94516509F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E572-173E-46CD-8924-3B05DFDEE475}" type="datetimeFigureOut">
              <a:rPr lang="en-IE" smtClean="0"/>
              <a:t>26/02/2025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2DDA9-967B-5956-B2D4-1EFB5801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19237-61F3-EE6C-CAFE-B07F21D4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1AB6-CA3B-48B1-9269-507BEC43C5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050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40B0-9900-B947-FC0D-CC615487F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406EE-4CF3-2460-B61A-29F692261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F9B84-BED3-83EC-CFF4-A4997FFF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E572-173E-46CD-8924-3B05DFDEE475}" type="datetimeFigureOut">
              <a:rPr lang="en-IE" smtClean="0"/>
              <a:t>26/02/2025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F0738-ED01-628D-9C34-7CAE77B4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C6EF-5A94-FF05-4EB9-F708C63AA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1AB6-CA3B-48B1-9269-507BEC43C5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6859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7EDF-134C-879A-3B59-90BDCCEC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3084D-C4AD-1FB6-C660-07A68520A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F4099-3C95-A4A4-5270-5EEC2A8FE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E572-173E-46CD-8924-3B05DFDEE475}" type="datetimeFigureOut">
              <a:rPr lang="en-IE" smtClean="0"/>
              <a:t>26/02/2025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C4E7A-BFDC-4595-E4BE-97A71F1AB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FE310-6C02-0ECF-3691-BFC672516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1AB6-CA3B-48B1-9269-507BEC43C5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05791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A6DD-EF69-1791-A199-332FBBE9B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6D3C0-346E-B9D4-0FD0-84637656A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A9C55-42E9-64A2-ABFC-18F9F2768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F98E3-3196-7477-92BB-9E3C823C0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E572-173E-46CD-8924-3B05DFDEE475}" type="datetimeFigureOut">
              <a:rPr lang="en-IE" smtClean="0"/>
              <a:t>26/02/2025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09A94-F5BB-8A8F-F1BB-A4D6E10D3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CDF75-1826-1B5A-11C3-0C5CA762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1AB6-CA3B-48B1-9269-507BEC43C5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8611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E981-E409-7656-7258-6BBD93B9F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10099-3918-1AE1-B0E3-AA6C0ACA7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160C2-F784-9439-179F-822AAB08B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EE24D-2C15-9E11-4ACE-8D77C38D3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AF94FF-631F-709C-F0A3-3DAD7C490D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748BD-F650-79DD-28C9-4ABE9789F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E572-173E-46CD-8924-3B05DFDEE475}" type="datetimeFigureOut">
              <a:rPr lang="en-IE" smtClean="0"/>
              <a:t>26/02/2025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AE61CC-FBEC-5546-D0A5-C1A8675E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15986A-A51A-A53B-2004-02CECDB8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1AB6-CA3B-48B1-9269-507BEC43C5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6735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A8A9-C4BF-4A51-CE89-73539227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E21E9C-9677-92B1-F4AC-5AE94BA5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E572-173E-46CD-8924-3B05DFDEE475}" type="datetimeFigureOut">
              <a:rPr lang="en-IE" smtClean="0"/>
              <a:t>26/02/2025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695E52-10DE-24C7-DD35-A07ED904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15F691-4813-3E18-168C-6C270819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1AB6-CA3B-48B1-9269-507BEC43C5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8984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C6C7C4-B617-ECE6-77B9-C3EC8DD8E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E572-173E-46CD-8924-3B05DFDEE475}" type="datetimeFigureOut">
              <a:rPr lang="en-IE" smtClean="0"/>
              <a:t>26/02/2025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A0A03-0673-ED02-7C0C-04B2930A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13CC2-3199-6984-9EE6-6A4D9D4C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1AB6-CA3B-48B1-9269-507BEC43C5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962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53F1-1899-9A28-361D-80E097944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BB6D4-BAD4-7F29-C22A-C27E6993B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78E19-E9F8-609A-8887-D9C24D917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46692-71F1-4BF1-34EB-03DA1F1C6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E572-173E-46CD-8924-3B05DFDEE475}" type="datetimeFigureOut">
              <a:rPr lang="en-IE" smtClean="0"/>
              <a:t>26/02/2025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51811-F207-99A4-3F69-F77D572A2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24278-11B5-B1AA-E2BC-46B2570F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1AB6-CA3B-48B1-9269-507BEC43C5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65936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D89E-B987-1517-78BD-1056F7A7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3CC1CC-9CCB-43E6-D8B5-E2AF6D1F4C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91AF9-1DE5-9A62-E2C4-75353D612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E36FB-D14D-DE40-6A1A-5A3828E2E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E572-173E-46CD-8924-3B05DFDEE475}" type="datetimeFigureOut">
              <a:rPr lang="en-IE" smtClean="0"/>
              <a:t>26/02/2025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DA1C3-4C43-6011-8C31-18C34D9A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6A06D-69C7-3C36-2F93-4EAC531B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1AB6-CA3B-48B1-9269-507BEC43C5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414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9E1D9-BF80-423C-3E03-9DF331F2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62D60-D399-BFB5-A718-0BAC34926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62102-0BC8-DAF4-7513-7D716745F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E572-173E-46CD-8924-3B05DFDEE475}" type="datetimeFigureOut">
              <a:rPr lang="en-IE" smtClean="0"/>
              <a:t>26/02/2025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4F4CC-01B9-2959-7480-861667E7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FCCC6-F32F-B6E1-669E-CED5DF96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1AB6-CA3B-48B1-9269-507BEC43C5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614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B1AF1-DA01-DF64-6C9E-04CF6E822C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7BB9A-0FEC-B284-9581-A3F6A13CD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2AC4D-0EDA-15F5-3395-0DDB12D96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E572-173E-46CD-8924-3B05DFDEE475}" type="datetimeFigureOut">
              <a:rPr lang="en-IE" smtClean="0"/>
              <a:t>26/02/2025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BCDAA-9961-4B87-80B1-1E7A5035E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DA828-1AD2-9A79-9C87-086115DE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71AB6-CA3B-48B1-9269-507BEC43C5E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0286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A0461-E745-BD35-EFD1-7D562C2E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F4F03-B42A-D359-AAE5-6701319A2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C1869-843B-F96F-2249-D7496526A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6E572-173E-46CD-8924-3B05DFDEE475}" type="datetimeFigureOut">
              <a:rPr lang="en-IE" smtClean="0"/>
              <a:t>26/02/2025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2BD5C-B23A-07B0-8476-C2521055C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8C136-08CD-3168-A326-C1ED3A0A8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71AB6-CA3B-48B1-9269-507BEC43C5E7}" type="slidenum">
              <a:rPr lang="en-IE" smtClean="0"/>
              <a:t>‹#›</a:t>
            </a:fld>
            <a:endParaRPr lang="en-I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5E42C7-60D6-9377-A87B-E6C0F7826CE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362700"/>
            <a:ext cx="1554163" cy="3048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E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
Classified as General Business</a:t>
            </a:r>
          </a:p>
        </p:txBody>
      </p:sp>
    </p:spTree>
    <p:extLst>
      <p:ext uri="{BB962C8B-B14F-4D97-AF65-F5344CB8AC3E}">
        <p14:creationId xmlns:p14="http://schemas.microsoft.com/office/powerpoint/2010/main" val="185088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6184-866D-15CC-492E-FA6D64BA2F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FCFE6-881A-A8D5-FD3D-A7DDF216D9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17194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F82B06-88F0-B7BC-CEC1-DEFE4FF503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245218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680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E4CFBD-0194-F268-3B5F-441FA34F9321}"/>
              </a:ext>
            </a:extLst>
          </p:cNvPr>
          <p:cNvSpPr/>
          <p:nvPr/>
        </p:nvSpPr>
        <p:spPr>
          <a:xfrm>
            <a:off x="2032000" y="719666"/>
            <a:ext cx="8128000" cy="5418667"/>
          </a:xfrm>
          <a:prstGeom prst="rect">
            <a:avLst/>
          </a:prstGeom>
        </p:spPr>
        <p:txBody>
          <a:bodyPr/>
          <a:lstStyle/>
          <a:p>
            <a:pPr lvl="0">
              <a:buChar char="•"/>
            </a:pPr>
            <a:r>
              <a:rPr lang="en-IE" dirty="0"/>
              <a:t>test</a:t>
            </a:r>
          </a:p>
          <a:p>
            <a:pPr lvl="1">
              <a:buChar char="•"/>
            </a:pPr>
            <a:r>
              <a:rPr lang="en-IE" dirty="0"/>
              <a:t>test</a:t>
            </a:r>
          </a:p>
          <a:p>
            <a:pPr lvl="0">
              <a:buChar char="•"/>
            </a:pPr>
            <a:r>
              <a:rPr lang="en-IE" dirty="0"/>
              <a:t>test</a:t>
            </a:r>
          </a:p>
          <a:p>
            <a:pPr lvl="1">
              <a:buChar char="•"/>
            </a:pPr>
            <a:r>
              <a:rPr lang="en-IE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689713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test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tetwetetet</dc:title>
  <dc:creator>Bernardo Vasconcelos</dc:creator>
  <cp:lastModifiedBy>Bernardo Vasconcelos</cp:lastModifiedBy>
  <cp:revision>2</cp:revision>
  <dcterms:created xsi:type="dcterms:W3CDTF">2025-02-26T10:43:30Z</dcterms:created>
  <dcterms:modified xsi:type="dcterms:W3CDTF">2025-02-26T10:55:57Z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07babe7-c6ca-4507-b349-2d307b29434a_Enabled">
    <vt:lpwstr>true</vt:lpwstr>
  </property>
  <property fmtid="{D5CDD505-2E9C-101B-9397-08002B2CF9AE}" pid="3" name="MSIP_Label_a07babe7-c6ca-4507-b349-2d307b29434a_SetDate">
    <vt:lpwstr>2025-02-26T10:44:25Z</vt:lpwstr>
  </property>
  <property fmtid="{D5CDD505-2E9C-101B-9397-08002B2CF9AE}" pid="4" name="MSIP_Label_a07babe7-c6ca-4507-b349-2d307b29434a_Method">
    <vt:lpwstr>Privileged</vt:lpwstr>
  </property>
  <property fmtid="{D5CDD505-2E9C-101B-9397-08002B2CF9AE}" pid="5" name="MSIP_Label_a07babe7-c6ca-4507-b349-2d307b29434a_Name">
    <vt:lpwstr>a07babe7-c6ca-4507-b349-2d307b29434a</vt:lpwstr>
  </property>
  <property fmtid="{D5CDD505-2E9C-101B-9397-08002B2CF9AE}" pid="6" name="MSIP_Label_a07babe7-c6ca-4507-b349-2d307b29434a_SiteId">
    <vt:lpwstr>524eb200-d02f-44fd-af53-c96d477d1930</vt:lpwstr>
  </property>
  <property fmtid="{D5CDD505-2E9C-101B-9397-08002B2CF9AE}" pid="7" name="MSIP_Label_a07babe7-c6ca-4507-b349-2d307b29434a_ActionId">
    <vt:lpwstr>1d7cf331-ac72-4f10-b2c3-573758a08ffc</vt:lpwstr>
  </property>
  <property fmtid="{D5CDD505-2E9C-101B-9397-08002B2CF9AE}" pid="8" name="MSIP_Label_a07babe7-c6ca-4507-b349-2d307b29434a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
Classified as General Business</vt:lpwstr>
  </property>
</Properties>
</file>